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FCE6C-5248-FA7B-9EF2-E39AA93F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8F150-4431-527E-FEA4-EB5C2F1BE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F2B48-112D-EC4B-CC3B-1DE1C6D3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8C69A-BAFF-74B6-575F-13E92D843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05692-8535-3DEC-B502-633FA4A3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820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5EF0-CB80-8833-E165-9A7582590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6870F-668D-A472-3C9F-FD033DA0B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23953-4DF3-99C9-74D5-0C542FD1B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0CA4C-EAF1-5479-B457-0B4E93EB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3322F-2F23-9848-CD51-2594314A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60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67CE-7090-84CD-CA7C-9D617EBBB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4A453-1D7D-7B93-136A-6705F499D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9744A-1ED8-536D-E510-BBB1A4E9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D6141-A69D-D799-C626-8F30205A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22D19-7718-8E58-CD87-A6AFB7A6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952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0A8AE-1311-72CD-28A3-8F9CCCC19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D6163-E5AC-A4E6-3111-9C7AB62D3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F19F3-5E22-2CF2-582D-88B593A05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5D584-81E7-0CC2-9248-BAE594A45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0F9EF-DD97-F4BD-1483-0E21062C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93A0D-724F-F9B1-E092-CF70B7F2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98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6664-FC4E-0C07-E5B4-5632C3C0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F46A5-3A1E-BFBF-8358-D8BCCD538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64BA7-DEDB-608D-3FA3-1ADD6C9D0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30A7C4-AC09-3E90-5978-55B30FEEB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6B747B-AD13-78D6-BC37-824396845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A0F2A-1927-1A08-8004-4C920002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08941D-C32A-5154-AD22-6EC849C46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56D68-0234-4F31-2B4D-CAF0D9A4B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73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D938-7A41-1A70-8024-F8CA94760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EB761-ACB5-D223-0DC9-4BB51562E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56F14-4181-40DD-34B7-0C2765DDC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75179-8128-3ED7-A6BA-27EA846B3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45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35D61-8869-543B-2DFB-DAEB56D3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DA4BBD-2DDC-D251-1812-A08E6E22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18E9B-A9E6-49CD-1234-AADF72ED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338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B047-2C06-B558-581D-F105CFAA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9C881-B6B5-3D65-EFDE-9DD65B242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65A23-CCF4-78DE-EA7A-73EEAD37F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3BE75-79CE-B8E7-733F-820A7F6B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ADED4-1C29-DCD0-DE37-4F475B8E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5EB59-379A-9697-C089-468C8D1A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2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94D09-FE29-5950-B626-694217B85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05C1CB-A48A-AA7D-00E7-571FD0D5A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B1360-2163-38BC-8EAA-8B5C8C64E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85CB9-04EE-AB0A-ABAB-EEFCFC61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BAB28-0466-AD65-25EC-FC46B6BB6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C1A80-960C-0A59-501B-FC0CA1C5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137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D73D9-C862-F609-1B6B-529EAAEF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83685-FF17-8FB0-7FE4-F5F965300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F33F6-47A0-F5DB-67A6-E4F43BCC5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9B949-DCC9-9185-853D-57956732A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D3CFD-B361-BF8F-BF8C-7A7F5230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650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EE4F6-7219-A50C-7857-3C82B9E3A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0B146-0B54-6C14-D145-B76621BAF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A66E4-BA4F-CA07-A5AA-A1C33DE5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D6FE4-0DD1-3B1F-6CED-7EBE9C60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CBF53-06F8-B37C-B7D2-772C00A05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5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A23BDC-D715-C484-282D-682E3AC14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CB8CC-470B-0EB2-2D90-28FE189F1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62F8-4D89-6F2E-C273-39889F052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0304F-E1E7-4433-BD82-DBB557EDE6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E0F9F-71EB-0C8B-0101-1D3DB1BB5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27CA6-E168-4E4F-BCDD-BE7B6D652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8DB08-654E-4DFE-9B29-622CA0E43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38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6963" y="1610867"/>
            <a:ext cx="8935212" cy="50368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35454" y="1537182"/>
            <a:ext cx="7533005" cy="8375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62560" algn="ctr">
              <a:lnSpc>
                <a:spcPct val="100000"/>
              </a:lnSpc>
              <a:spcBef>
                <a:spcPts val="894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ASSIGNMENT</a:t>
            </a:r>
            <a:r>
              <a:rPr sz="2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000" b="1" spc="-35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000" b="1" spc="4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3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EMP &amp;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 EMP_SAL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BELOW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STRUCTURE: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44356" y="177545"/>
            <a:ext cx="1418844" cy="129578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22450" y="2731134"/>
          <a:ext cx="4495800" cy="35934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2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5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720725">
                        <a:lnSpc>
                          <a:spcPts val="212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1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71"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79805">
                        <a:lnSpc>
                          <a:spcPts val="193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Constraints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EID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71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982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NULL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1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160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GB" sz="1600" b="1" spc="-25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Uttam</a:t>
                      </a:r>
                      <a:r>
                        <a:rPr lang="en-GB"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Nagar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1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19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DEL,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GGN,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FBD, 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NOIDA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1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PHNO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UNIQUE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6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5545" marR="337820" indent="-843280">
                        <a:lnSpc>
                          <a:spcPts val="1920"/>
                        </a:lnSpc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Should be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Gmail /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Yahoo </a:t>
                      </a:r>
                      <a:r>
                        <a:rPr sz="1600" b="1" spc="-3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Domain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4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83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IN"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lang="en-IN"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‘</a:t>
                      </a:r>
                      <a:r>
                        <a:rPr lang="en-GB" sz="1600" b="1" spc="-10" dirty="0" err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Min_date_in_your_data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'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318250" y="2736850"/>
          <a:ext cx="3886200" cy="25888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8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3581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EMP_SAL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1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836294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Constraints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74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EID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01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617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DEPT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HR,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MIS,</a:t>
                      </a:r>
                      <a:r>
                        <a:rPr sz="16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OPS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lang="en-GB"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ADMIN,</a:t>
                      </a:r>
                      <a:r>
                        <a:rPr sz="160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TEMP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617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784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ASSO,</a:t>
                      </a:r>
                      <a:r>
                        <a:rPr sz="16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MGR, 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VP,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DIR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61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lang="en-GB"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&gt;=20000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61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DOJ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81200" y="0"/>
            <a:ext cx="4572000" cy="1219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697471" y="5427675"/>
            <a:ext cx="344995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  <a:r>
              <a:rPr sz="2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DEPT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2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TEMP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105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SUGUNA S</dc:creator>
  <cp:lastModifiedBy>SUGUNA S</cp:lastModifiedBy>
  <cp:revision>1</cp:revision>
  <dcterms:created xsi:type="dcterms:W3CDTF">2025-11-07T17:54:19Z</dcterms:created>
  <dcterms:modified xsi:type="dcterms:W3CDTF">2025-11-07T18:53:06Z</dcterms:modified>
</cp:coreProperties>
</file>