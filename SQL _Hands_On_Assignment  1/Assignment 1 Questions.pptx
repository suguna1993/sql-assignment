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3"/>
  </p:notes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5FECC-7B6C-4F15-A4E7-8E2407615589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F7AF9-109E-4BF0-828B-A46A6C3C92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014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2469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537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454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994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335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500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1910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602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060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641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25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504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881BC75-2625-42CF-B787-E0288C5EB33C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7977511-34B6-4E58-B527-4190AEF7CEB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961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2"/>
          <p:cNvSpPr txBox="1"/>
          <p:nvPr/>
        </p:nvSpPr>
        <p:spPr>
          <a:xfrm>
            <a:off x="737420" y="788003"/>
            <a:ext cx="10471354" cy="513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8425" rIns="0" bIns="0" anchor="t" anchorCtr="0">
            <a:spAutoFit/>
          </a:bodyPr>
          <a:lstStyle/>
          <a:p>
            <a:pPr marL="3175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Table creation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17500" marR="0" lvl="0" indent="-228600" algn="l" rtl="0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Inserting data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17500" marR="0" lvl="0" indent="-228600" algn="l" rtl="0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Verifying the data</a:t>
            </a:r>
            <a:endParaRPr sz="2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272790" marR="0" lvl="0" indent="0" algn="l" rtl="0">
              <a:lnSpc>
                <a:spcPct val="100000"/>
              </a:lnSpc>
              <a:spcBef>
                <a:spcPts val="158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ASSIGNMENT - 1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Create a database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database_name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95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Create table EMP with the following fields: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95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12700" marR="0" lvl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            EID ,NAME, ADDR, CITY, DOB, PHONE, EMAIL, id should be like ‘E0001'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95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Insert 10 appropriate records in the Emp table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95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Use the SELECT command to view the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contents.</a:t>
            </a:r>
            <a:r>
              <a:rPr lang="en-US" sz="2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of</a:t>
            </a: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the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emp table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363" name="Google Shape;36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3981" y="539642"/>
            <a:ext cx="4120667" cy="99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67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SUGUNA S</dc:creator>
  <cp:lastModifiedBy>SUGUNA S</cp:lastModifiedBy>
  <cp:revision>3</cp:revision>
  <dcterms:created xsi:type="dcterms:W3CDTF">2025-11-05T14:14:27Z</dcterms:created>
  <dcterms:modified xsi:type="dcterms:W3CDTF">2025-11-05T14:17:14Z</dcterms:modified>
</cp:coreProperties>
</file>