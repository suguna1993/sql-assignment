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F1A27-57D1-841D-7746-982C23E063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604621-0ECE-578A-6F94-90A9D4616F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2FF81F-9640-FC38-618D-5642A7938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375DE-CF52-4BA3-9047-C6C2F4658543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BD2B21-E9AC-C1F0-5360-570FD1A35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71C2DC-020B-C313-1223-F647D93FC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8CF7F-B345-483E-951E-41B95E1AF8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5822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D5F79-B272-A8CB-6A85-A8EAE5589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9BE29-6C63-2A4D-4AB9-D79E0C17AB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5B2A72-8E6A-BBE9-35F3-998940CAB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375DE-CF52-4BA3-9047-C6C2F4658543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4B942D-E05D-D09F-A462-D1046604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5DC121-303E-4B59-7812-C485275E0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8CF7F-B345-483E-951E-41B95E1AF8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2934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86552-B49D-01CE-C82E-C44F7494E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2B37CB-AD26-E63D-D04D-560E549A08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FF0E32-57DE-506A-C341-A6415CE8F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375DE-CF52-4BA3-9047-C6C2F4658543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C1E2D-4524-3380-33E9-B13B8E831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4FB94A-7D2A-2CB9-3E12-A2F2542CB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8CF7F-B345-483E-951E-41B95E1AF8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8663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D1C5C-0C3E-DC77-90C0-560ADB2EA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97765-4070-F70A-222E-2CF5AAE6B7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FD8B66-882C-F411-6BD0-A4B04BFB5E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9A22FC-9393-1F39-B11F-9BB058CD4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375DE-CF52-4BA3-9047-C6C2F4658543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019569-34FD-C7F8-7BC9-517CC6973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451EB3-22AB-4CBA-CC54-F1002D324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8CF7F-B345-483E-951E-41B95E1AF8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4728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16F9C-BF4F-13CA-A61E-6D8DE0C4E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E11F7-5AAE-11B0-9456-7B49047C8A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1C8E08-C215-1B55-E9FF-C0E46BD3C4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987B2F-5C92-2CDA-CF14-2083A907BE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5BC425-6509-77A6-E44D-07EA40C3FA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C3352C-5C95-7F9C-8B4C-4859A2104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375DE-CF52-4BA3-9047-C6C2F4658543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836088-D41F-55EB-9611-B8FB50398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D9D156-AA0D-F986-A72A-6645CBD98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8CF7F-B345-483E-951E-41B95E1AF8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9659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A4FE4-4AAA-F64B-18E8-220CAFE39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BAEF6E-FC51-20DE-4F04-5349B5C97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375DE-CF52-4BA3-9047-C6C2F4658543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C0CD8B-1F2D-92A9-B386-A37B3883E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C8E66-6C10-BD64-ED48-0D62DEECF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8CF7F-B345-483E-951E-41B95E1AF8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4513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968818-E2D6-90A6-90A9-A5180AAAD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375DE-CF52-4BA3-9047-C6C2F4658543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3A4C41-948C-5BE3-F575-998A6EB12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F61A77-5826-E63F-2AD3-6D250E77E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8CF7F-B345-483E-951E-41B95E1AF8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259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B45B9-35FC-AF2A-1AD2-F9597433D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00D4F-71CC-7029-DC91-DE86C3180D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A4F48C-D984-BB95-8834-80D10BA7EB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07EB9C-857A-8B73-2196-64A0E8DC6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375DE-CF52-4BA3-9047-C6C2F4658543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39005D-CA2E-0699-ECA7-5B3FB9F53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F56A4D-596C-8F87-D6B4-E3A57B865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8CF7F-B345-483E-951E-41B95E1AF8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808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0BB40-313A-E07E-88B6-39F9BD2B2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8E260E-9663-9235-992D-08F48FACCA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4A6824-FAD2-ADF1-9DFE-02BC02E41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006F37-7915-40DC-2CDE-42BB7D8A9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375DE-CF52-4BA3-9047-C6C2F4658543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137914-D35A-CAAD-0E1C-C8CD56C47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217AE3-555D-C8F1-0CF9-2AEA87F76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8CF7F-B345-483E-951E-41B95E1AF8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7895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98842-D448-49D5-1DF9-3377E77C2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94F441-2C91-EA7D-FC17-A97E2C8D94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F51F15-6868-301B-3D66-8310D046D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375DE-CF52-4BA3-9047-C6C2F4658543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C9B456-472F-8E7D-6409-1AB7C496B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9DBCDF-2115-FFA3-2FD7-9FDC580EB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8CF7F-B345-483E-951E-41B95E1AF8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3581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57CA16-5F13-8E10-BF48-6363151839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88817C-9FB1-EC80-8AEB-BA4DDCB7A7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C2A2A0-AB5E-6B06-2F63-93C8DB6EC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375DE-CF52-4BA3-9047-C6C2F4658543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6D0A4E-0F53-E502-C216-F56117D49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A0B73C-E0EA-D0BB-6AD3-A03DB2F96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8CF7F-B345-483E-951E-41B95E1AF8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1424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E2873E-7137-5A60-00E2-EDF963895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212F5E-1598-882B-E29B-D2137B8753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530EB6-93BF-2E4F-421D-F5548484DC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8375DE-CF52-4BA3-9047-C6C2F4658543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CE8CDF-32FA-F307-30ED-C1FEBE0887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5B0BF9-755F-37B4-ACCE-5C4D5B6C8D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A8CF7F-B345-483E-951E-41B95E1AF8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0157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8431" y="1376517"/>
            <a:ext cx="10357892" cy="517668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183505" y="1884908"/>
            <a:ext cx="182689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ASSIGNMENT</a:t>
            </a:r>
            <a:r>
              <a:rPr sz="20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0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3000" y="2422245"/>
            <a:ext cx="8081009" cy="33801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EMP</a:t>
            </a:r>
            <a:r>
              <a:rPr sz="2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table</a:t>
            </a:r>
            <a:r>
              <a:rPr sz="20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display</a:t>
            </a:r>
            <a:r>
              <a:rPr sz="2000" b="1" spc="4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endParaRPr sz="2000" dirty="0">
              <a:latin typeface="Calibri"/>
              <a:cs typeface="Calibri"/>
            </a:endParaRPr>
          </a:p>
          <a:p>
            <a:pPr marL="12700" marR="5080">
              <a:lnSpc>
                <a:spcPct val="200000"/>
              </a:lnSpc>
            </a:pP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CITY WISE COUNT OF </a:t>
            </a:r>
            <a:r>
              <a:rPr sz="2000" b="1" spc="-15" dirty="0">
                <a:solidFill>
                  <a:srgbClr val="FFFFFF"/>
                </a:solidFill>
                <a:latin typeface="Calibri"/>
                <a:cs typeface="Calibri"/>
              </a:rPr>
              <a:t>EMPLOYEES 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ARRANGED IN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DESCENDING </a:t>
            </a:r>
            <a:r>
              <a:rPr lang="en-GB" sz="2000" b="1" spc="-5" dirty="0">
                <a:solidFill>
                  <a:srgbClr val="FFFFFF"/>
                </a:solidFill>
                <a:latin typeface="Calibri"/>
                <a:cs typeface="Calibri"/>
              </a:rPr>
              <a:t>ORDER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25" dirty="0">
                <a:solidFill>
                  <a:srgbClr val="FFFFFF"/>
                </a:solidFill>
                <a:latin typeface="Calibri"/>
                <a:cs typeface="Calibri"/>
              </a:rPr>
              <a:t>DETAILS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b="1" spc="-15" dirty="0">
                <a:solidFill>
                  <a:srgbClr val="FFFFFF"/>
                </a:solidFill>
                <a:latin typeface="Calibri"/>
                <a:cs typeface="Calibri"/>
              </a:rPr>
              <a:t> EMPLOYEES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WHO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DOES</a:t>
            </a:r>
            <a:r>
              <a:rPr sz="20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15" dirty="0">
                <a:solidFill>
                  <a:srgbClr val="FFFFFF"/>
                </a:solidFill>
                <a:latin typeface="Calibri"/>
                <a:cs typeface="Calibri"/>
              </a:rPr>
              <a:t>NOT</a:t>
            </a:r>
            <a:r>
              <a:rPr sz="20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30" dirty="0">
                <a:solidFill>
                  <a:srgbClr val="FFFFFF"/>
                </a:solidFill>
                <a:latin typeface="Calibri"/>
                <a:cs typeface="Calibri"/>
              </a:rPr>
              <a:t>HAVE</a:t>
            </a:r>
            <a:r>
              <a:rPr sz="20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AN</a:t>
            </a:r>
            <a:r>
              <a:rPr sz="2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ACCOUNT</a:t>
            </a:r>
            <a:r>
              <a:rPr sz="2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2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40" dirty="0">
                <a:solidFill>
                  <a:srgbClr val="FFFFFF"/>
                </a:solidFill>
                <a:latin typeface="Calibri"/>
                <a:cs typeface="Calibri"/>
              </a:rPr>
              <a:t>YAHOO</a:t>
            </a:r>
            <a:endParaRPr sz="2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DOMAIN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9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sz="20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Emp_Sal</a:t>
            </a:r>
            <a:r>
              <a:rPr sz="20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table</a:t>
            </a:r>
            <a:r>
              <a:rPr sz="20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display: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9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b="1" spc="-20" dirty="0">
                <a:solidFill>
                  <a:srgbClr val="FFFFFF"/>
                </a:solidFill>
                <a:latin typeface="Calibri"/>
                <a:cs typeface="Calibri"/>
              </a:rPr>
              <a:t>DESIGNATION</a:t>
            </a:r>
            <a:r>
              <a:rPr sz="2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WISE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50" dirty="0">
                <a:solidFill>
                  <a:srgbClr val="FFFFFF"/>
                </a:solidFill>
                <a:latin typeface="Calibri"/>
                <a:cs typeface="Calibri"/>
              </a:rPr>
              <a:t>TOTAL</a:t>
            </a:r>
            <a:r>
              <a:rPr sz="2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15" dirty="0">
                <a:solidFill>
                  <a:srgbClr val="FFFFFF"/>
                </a:solidFill>
                <a:latin typeface="Calibri"/>
                <a:cs typeface="Calibri"/>
              </a:rPr>
              <a:t>COST</a:t>
            </a:r>
            <a:r>
              <a:rPr sz="20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NUMBER</a:t>
            </a:r>
            <a:r>
              <a:rPr sz="2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MEMBERS</a:t>
            </a:r>
            <a:r>
              <a:rPr sz="20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ARRANGED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endParaRPr sz="2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DESCENDING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ORDER</a:t>
            </a:r>
            <a:r>
              <a:rPr sz="20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50" dirty="0">
                <a:solidFill>
                  <a:srgbClr val="FFFFFF"/>
                </a:solidFill>
                <a:latin typeface="Calibri"/>
                <a:cs typeface="Calibri"/>
              </a:rPr>
              <a:t>TOTAL</a:t>
            </a:r>
            <a:r>
              <a:rPr sz="20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15" dirty="0">
                <a:solidFill>
                  <a:srgbClr val="FFFFFF"/>
                </a:solidFill>
                <a:latin typeface="Calibri"/>
                <a:cs typeface="Calibri"/>
              </a:rPr>
              <a:t>COST</a:t>
            </a:r>
            <a:endParaRPr sz="2000" dirty="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38400" y="304800"/>
            <a:ext cx="4572000" cy="12192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304206" y="-22576"/>
            <a:ext cx="1835525" cy="15465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ASSIGNMENT –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SUGUNA S</dc:creator>
  <cp:lastModifiedBy>SUGUNA S</cp:lastModifiedBy>
  <cp:revision>1</cp:revision>
  <dcterms:created xsi:type="dcterms:W3CDTF">2025-11-07T19:16:05Z</dcterms:created>
  <dcterms:modified xsi:type="dcterms:W3CDTF">2025-11-07T19:16:17Z</dcterms:modified>
</cp:coreProperties>
</file>