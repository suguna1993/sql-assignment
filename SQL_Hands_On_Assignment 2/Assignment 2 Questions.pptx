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663DF5-E6F8-42C5-99EA-840EAD7B77B3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536721-5FBA-4D52-8A93-FC11C8D8AC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925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2469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6540E-00B4-71FC-C63C-3D55D3EBBA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2C0EE0-0D24-08CA-631F-89D8EFB845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3DF31-4349-5ED3-54A3-DF6E1F718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05B7E-8FFC-4A53-B4BC-015141F0FA0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3DDFB-A810-2821-FF2C-BF2AF0205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D6A9D-4AD1-4113-05B4-D4E392576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82150-C0E9-4BA3-AB8A-FB31A1735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672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05A75-5F66-0008-45B8-9ED204482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0E1FC-83CE-3A8A-DED4-7DB16F9B6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AFA09-5176-912E-495C-625E12CD8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05B7E-8FFC-4A53-B4BC-015141F0FA0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25D8A-91F3-351D-DB27-9272529ED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F44C6-B204-C4B3-BFD4-ACB3B780C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82150-C0E9-4BA3-AB8A-FB31A1735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2900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248A3-1C1E-D244-554D-D546F418B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3BE4C5-F500-F06D-561B-975124824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94533-2F38-4EF5-8CCF-F69E974D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05B7E-8FFC-4A53-B4BC-015141F0FA0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76D79-DBFB-5B7F-9444-EA0A4A2A4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DE1A3-C5E1-5D19-49F2-CD44A9CCB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82150-C0E9-4BA3-AB8A-FB31A1735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949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57234-26BE-E3A1-39E2-2B756C66A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EC8EA-E440-2D9C-30EA-24FAD109DA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01A3E0-4FF6-0F5B-E1C2-DFD75822DA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354D4C-CDB7-2D91-C34F-BAC31EA8C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05B7E-8FFC-4A53-B4BC-015141F0FA0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E4BF9B-FA72-DFE2-FA7B-4EBA0C07A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A5897A-2E05-B18B-3256-F91FDEB9B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82150-C0E9-4BA3-AB8A-FB31A1735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368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4D2C4-2917-9D34-2496-B1CDC0C8F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416C27-13A9-A95D-3728-1901C5F2E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B033C6-2D07-E68D-8A6C-7959DD17AC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50C6A0-27BB-FAC7-8042-02DAA20B75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E7940C-CCC1-8A24-5D34-A99875D0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73D656-AD59-C215-7154-DFEBE1017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05B7E-8FFC-4A53-B4BC-015141F0FA0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82E51C-CDE7-EB97-FC36-C1FC8C0B7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798B18-29E3-9F7C-B5C8-E8FEC5ECD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82150-C0E9-4BA3-AB8A-FB31A1735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0497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50951-B205-4E86-DEB8-A6FDE59D3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B999C0-A5FA-C27A-4384-C619B283A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05B7E-8FFC-4A53-B4BC-015141F0FA0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256173-D219-7B1F-D9A6-840756EB0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5E8987-21EC-AF6F-C511-42318E244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82150-C0E9-4BA3-AB8A-FB31A1735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565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12A2A9-FCCD-7A21-F79E-108DF104C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05B7E-8FFC-4A53-B4BC-015141F0FA0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6746D4-D4A5-A56E-0FB7-5F3382076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69E53-E526-C135-D3A6-AF356ED73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82150-C0E9-4BA3-AB8A-FB31A1735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018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1055F-C51B-D016-BAE4-EEE2BB20C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F4699-54BF-CE55-D0CE-7BE92A175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C7543F-592F-9B65-C6FD-48DE856A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84768C-790A-05F1-2D23-905DEA666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05B7E-8FFC-4A53-B4BC-015141F0FA0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E29106-616C-0E72-B9E9-1E978BA4B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36092-68FD-0406-166F-85CA3AB99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82150-C0E9-4BA3-AB8A-FB31A1735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130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4564F-B364-8D24-4DCF-41A3AC1AA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C1F2A1-5498-3B9D-DA6D-D8F3FCDF32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48A060-C906-BCF5-FE75-47C1AB862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F1B5C5-49B7-CA91-12CA-CC7BD41F2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05B7E-8FFC-4A53-B4BC-015141F0FA0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9A778-BED0-A83D-797F-3CA73548B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298E97-4662-3D32-CF97-7EFCCFB10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82150-C0E9-4BA3-AB8A-FB31A1735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226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784FA-F9F7-7EAF-C6BC-4373DA18E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D6ADD5-A144-DCCC-1E4B-2425298546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146AA-8589-D039-8214-C0991EF13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05B7E-8FFC-4A53-B4BC-015141F0FA0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4891D-5317-E7F8-F467-A6621C003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801B7-74F2-1BAD-6B46-8E06BCCD5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82150-C0E9-4BA3-AB8A-FB31A1735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966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8657CA-4222-B98F-3B58-ADCE4B1D04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FB02A1-231F-9991-B3D5-734E1EE5D6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71B5A-24A8-1D45-6E6D-69C88A63C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05B7E-8FFC-4A53-B4BC-015141F0FA0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3F9E5-3F6A-8AFC-DABA-A64474C56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0ED51-9415-E4AC-B3C7-4AF2B30D4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82150-C0E9-4BA3-AB8A-FB31A1735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688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0843CB-22ED-B268-6209-6FEC22CBA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DDCF9B-B393-F6A1-DBFB-5FBE34A17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1DE2C-CA4C-BDB4-3627-E6762840D5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05B7E-8FFC-4A53-B4BC-015141F0FA0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0624A-6527-D2A5-2A8F-3E6CE8D0ED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771AB-4050-9EB5-7515-71FC6149ED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82150-C0E9-4BA3-AB8A-FB31A1735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7289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2"/>
          <p:cNvSpPr txBox="1"/>
          <p:nvPr/>
        </p:nvSpPr>
        <p:spPr>
          <a:xfrm>
            <a:off x="1073294" y="1731900"/>
            <a:ext cx="10471354" cy="3572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8425" rIns="0" bIns="0" anchor="t" anchorCtr="0">
            <a:spAutoFit/>
          </a:bodyPr>
          <a:lstStyle/>
          <a:p>
            <a:pPr marL="2874201" fontAlgn="base">
              <a:spcBef>
                <a:spcPts val="2180"/>
              </a:spcBef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ASSIGNMENT  - 2</a:t>
            </a:r>
          </a:p>
          <a:p>
            <a:pPr marL="2874201" fontAlgn="base">
              <a:spcBef>
                <a:spcPts val="2180"/>
              </a:spcBef>
            </a:pPr>
            <a:endParaRPr lang="en-US" sz="1600" b="1" i="0" u="none" strike="noStrike" dirty="0">
              <a:solidFill>
                <a:srgbClr val="83992A"/>
              </a:solidFill>
              <a:effectLst/>
              <a:latin typeface="Arial" panose="020B0604020202020204" pitchFamily="34" charset="0"/>
            </a:endParaRPr>
          </a:p>
          <a:p>
            <a:pPr marL="342900" indent="-342900" fontAlgn="base">
              <a:spcBef>
                <a:spcPts val="620"/>
              </a:spcBef>
              <a:buFont typeface="+mj-lt"/>
              <a:buAutoNum type="arabicPeriod"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Create a table EMP with EID, Name, </a:t>
            </a:r>
            <a:r>
              <a:rPr lang="en-US" sz="16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Addr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City, Phone, Email, Dob, </a:t>
            </a:r>
            <a:r>
              <a:rPr lang="en-US" sz="16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Doj</a:t>
            </a:r>
            <a:endParaRPr lang="en-US" sz="1600" b="1" i="0" u="none" strike="noStrike" dirty="0">
              <a:solidFill>
                <a:srgbClr val="83992A"/>
              </a:solidFill>
              <a:effectLst/>
              <a:latin typeface="Arial" panose="020B0604020202020204" pitchFamily="34" charset="0"/>
            </a:endParaRPr>
          </a:p>
          <a:p>
            <a:pPr marL="342900" indent="-342900" fontAlgn="base">
              <a:spcBef>
                <a:spcPts val="620"/>
              </a:spcBef>
              <a:buFont typeface="+mj-lt"/>
              <a:buAutoNum type="arabicPeriod"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Insert 10 records</a:t>
            </a:r>
            <a:endParaRPr lang="en-US" sz="1600" b="1" i="0" u="none" strike="noStrike" dirty="0">
              <a:solidFill>
                <a:srgbClr val="83992A"/>
              </a:solidFill>
              <a:effectLst/>
              <a:latin typeface="Arial" panose="020B0604020202020204" pitchFamily="34" charset="0"/>
            </a:endParaRPr>
          </a:p>
          <a:p>
            <a:pPr marL="342900" indent="-342900" fontAlgn="base">
              <a:spcBef>
                <a:spcPts val="605"/>
              </a:spcBef>
              <a:buFont typeface="+mj-lt"/>
              <a:buAutoNum type="arabicPeriod"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 your database create table EMP _SAL with the following fields:</a:t>
            </a:r>
            <a:endParaRPr lang="en-US" sz="1600" b="1" i="0" u="none" strike="noStrike" dirty="0">
              <a:solidFill>
                <a:srgbClr val="83992A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fontAlgn="base">
              <a:spcBef>
                <a:spcPts val="932"/>
              </a:spcBef>
              <a:buFont typeface="+mj-lt"/>
              <a:buAutoNum type="arabicPeriod"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EID DEPT DESI DOJ SALARY</a:t>
            </a:r>
            <a:endParaRPr lang="en-US" sz="1600" b="1" i="0" u="none" strike="noStrike" dirty="0">
              <a:solidFill>
                <a:srgbClr val="83992A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fontAlgn="base">
              <a:spcBef>
                <a:spcPts val="932"/>
              </a:spcBef>
              <a:buFont typeface="+mj-lt"/>
              <a:buAutoNum type="arabicPeriod"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Insert 7 appropriate records in the EMP _SAL table</a:t>
            </a:r>
            <a:endParaRPr lang="en-US" sz="1600" b="1" i="0" u="none" strike="noStrike" dirty="0">
              <a:solidFill>
                <a:srgbClr val="83992A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fontAlgn="base">
              <a:spcBef>
                <a:spcPts val="932"/>
              </a:spcBef>
              <a:buFont typeface="+mj-lt"/>
              <a:buAutoNum type="arabicPeriod"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Use the SELECT command to view the contents of the EMP &amp; EMP _SAL table</a:t>
            </a:r>
            <a:endParaRPr lang="en-US" sz="1600" b="1" i="0" u="none" strike="noStrike" dirty="0">
              <a:solidFill>
                <a:srgbClr val="83992A"/>
              </a:solidFill>
              <a:effectLst/>
              <a:latin typeface="Arial" panose="020B0604020202020204" pitchFamily="34" charset="0"/>
            </a:endParaRPr>
          </a:p>
          <a:p>
            <a:pPr marL="342900" marR="258445" indent="-342900" fontAlgn="base">
              <a:spcBef>
                <a:spcPts val="932"/>
              </a:spcBef>
              <a:buFont typeface="+mj-lt"/>
              <a:buAutoNum type="arabicPeriod"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Increase the salary of all Managers by 10%</a:t>
            </a:r>
            <a:endParaRPr lang="en-US" sz="1600" b="1" i="0" u="none" strike="noStrike" dirty="0">
              <a:solidFill>
                <a:srgbClr val="83992A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63" name="Google Shape;363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23981" y="539642"/>
            <a:ext cx="4120667" cy="998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79</Words>
  <Application>Microsoft Office PowerPoint</Application>
  <PresentationFormat>Widescreen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SUGUNA S</dc:creator>
  <cp:lastModifiedBy>SUGUNA S</cp:lastModifiedBy>
  <cp:revision>1</cp:revision>
  <dcterms:created xsi:type="dcterms:W3CDTF">2025-11-06T18:31:30Z</dcterms:created>
  <dcterms:modified xsi:type="dcterms:W3CDTF">2025-11-06T19:12:49Z</dcterms:modified>
</cp:coreProperties>
</file>